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264" r:id="rId4"/>
    <p:sldId id="266" r:id="rId5"/>
    <p:sldId id="271" r:id="rId6"/>
    <p:sldId id="267" r:id="rId7"/>
    <p:sldId id="268" r:id="rId8"/>
    <p:sldId id="269" r:id="rId9"/>
    <p:sldId id="270" r:id="rId10"/>
    <p:sldId id="272" r:id="rId11"/>
    <p:sldId id="273" r:id="rId12"/>
    <p:sldId id="274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65125"/>
            <a:ext cx="5029200" cy="2381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87370"/>
            <a:ext cx="5010150" cy="30416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45490" y="2453640"/>
            <a:ext cx="4064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注意点：</a:t>
            </a:r>
            <a:endParaRPr lang="zh-CN" altLang="en-US"/>
          </a:p>
          <a:p>
            <a:pPr indent="457200"/>
            <a:r>
              <a:rPr lang="zh-CN" altLang="en-US" sz="1600"/>
              <a:t>保留了原本的</a:t>
            </a:r>
            <a:r>
              <a:rPr lang="en-US" altLang="zh-CN" sz="1600"/>
              <a:t>Sigmoid</a:t>
            </a:r>
            <a:r>
              <a:rPr lang="zh-CN" altLang="en-US" sz="1600"/>
              <a:t>函数的生成方式实际上还有需要改进的地方：</a:t>
            </a:r>
            <a:endParaRPr lang="zh-CN" altLang="en-US" sz="1600"/>
          </a:p>
          <a:p>
            <a:pPr indent="457200"/>
            <a:r>
              <a:rPr lang="zh-CN" altLang="en-US" sz="1600"/>
              <a:t>整体上，</a:t>
            </a:r>
            <a:r>
              <a:rPr lang="en-US" altLang="zh-CN" sz="1600"/>
              <a:t>Condition</a:t>
            </a:r>
            <a:r>
              <a:rPr lang="zh-CN" altLang="en-US" sz="1600"/>
              <a:t>的函数未写入，只考虑了</a:t>
            </a:r>
            <a:r>
              <a:rPr lang="en-US" altLang="zh-CN" sz="1600"/>
              <a:t>PTW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745490" y="245364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注意点：</a:t>
            </a:r>
            <a:endParaRPr lang="zh-CN" altLang="en-US"/>
          </a:p>
          <a:p>
            <a:pPr indent="457200"/>
            <a:r>
              <a:rPr lang="zh-CN" altLang="en-US" sz="1600"/>
              <a:t>保留了原本的</a:t>
            </a:r>
            <a:r>
              <a:rPr lang="en-US" altLang="zh-CN" sz="1600"/>
              <a:t>Sigmoid</a:t>
            </a:r>
            <a:r>
              <a:rPr lang="zh-CN" altLang="en-US" sz="1600"/>
              <a:t>函数的生成方式实际上还有需要改进的地方：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en-US" altLang="zh-CN" sz="1600"/>
              <a:t>Condition</a:t>
            </a:r>
            <a:r>
              <a:rPr lang="zh-CN" altLang="en-US" sz="1600"/>
              <a:t>的函数未写入，只考虑了</a:t>
            </a:r>
            <a:r>
              <a:rPr lang="en-US" altLang="zh-CN" sz="1600"/>
              <a:t>PTW</a:t>
            </a:r>
            <a:r>
              <a:rPr lang="zh-CN" altLang="en-US" sz="1600"/>
              <a:t>；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en-US" altLang="zh-CN" sz="1600"/>
              <a:t>M</a:t>
            </a:r>
            <a:r>
              <a:rPr lang="zh-CN" altLang="en-US" sz="1600"/>
              <a:t>的临界点更优化的可能性：</a:t>
            </a:r>
            <a:r>
              <a:rPr lang="en-US" altLang="zh-CN" sz="1600"/>
              <a:t>700</a:t>
            </a:r>
            <a:r>
              <a:rPr lang="zh-CN" altLang="en-US" sz="1600"/>
              <a:t>、</a:t>
            </a:r>
            <a:r>
              <a:rPr lang="en-US" altLang="zh-CN" sz="1600"/>
              <a:t>800</a:t>
            </a:r>
            <a:r>
              <a:rPr lang="zh-CN" altLang="en-US" sz="1600"/>
              <a:t>【需要再验证】）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改动了</a:t>
            </a:r>
            <a:r>
              <a:rPr lang="en-US" altLang="zh-CN" sz="1600"/>
              <a:t>t0,</a:t>
            </a:r>
            <a:r>
              <a:rPr lang="zh-CN" altLang="en-US" sz="1600"/>
              <a:t>在一定范围波动【实际上应该固定为</a:t>
            </a:r>
            <a:r>
              <a:rPr lang="en-US" altLang="zh-CN" sz="1600"/>
              <a:t>0.2</a:t>
            </a:r>
            <a:r>
              <a:rPr lang="zh-CN" altLang="en-US" sz="1600"/>
              <a:t>】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改动了</a:t>
            </a:r>
            <a:r>
              <a:rPr lang="en-US" altLang="zh-CN" sz="1600"/>
              <a:t>z</a:t>
            </a:r>
            <a:r>
              <a:rPr lang="zh-CN" altLang="en-US" sz="1600"/>
              <a:t>【也想探索一下</a:t>
            </a:r>
            <a:r>
              <a:rPr lang="en-US" altLang="zh-CN" sz="1600"/>
              <a:t>z</a:t>
            </a:r>
            <a:r>
              <a:rPr lang="zh-CN" altLang="en-US" sz="1600"/>
              <a:t>的迭代】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599440"/>
            <a:ext cx="5029200" cy="1962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3018155"/>
            <a:ext cx="4895850" cy="1676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5107940"/>
            <a:ext cx="4991100" cy="1524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745490" y="2453640"/>
            <a:ext cx="406400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注意点：</a:t>
            </a:r>
            <a:endParaRPr lang="zh-CN" altLang="en-US"/>
          </a:p>
          <a:p>
            <a:pPr indent="457200"/>
            <a:r>
              <a:rPr lang="zh-CN" sz="1600"/>
              <a:t>高斯过程的核函数用的是最为常见的</a:t>
            </a:r>
            <a:r>
              <a:rPr lang="en-US" altLang="zh-CN" sz="1600"/>
              <a:t>RBF</a:t>
            </a:r>
            <a:r>
              <a:rPr lang="zh-CN" altLang="en-US" sz="1600"/>
              <a:t>，但是实际上不清楚</a:t>
            </a:r>
            <a:r>
              <a:rPr lang="en-US" altLang="zh-CN" sz="1600"/>
              <a:t>RBF</a:t>
            </a:r>
            <a:r>
              <a:rPr lang="zh-CN" altLang="en-US" sz="1600"/>
              <a:t>和我们目标的适配性【核函数的选择也可以进一步优化】</a:t>
            </a:r>
            <a:endParaRPr lang="zh-CN" altLang="en-US" sz="1600"/>
          </a:p>
          <a:p>
            <a:pPr indent="457200"/>
            <a:r>
              <a:rPr lang="en-US" altLang="zh-CN" sz="1600"/>
              <a:t>DDM</a:t>
            </a:r>
            <a:r>
              <a:rPr lang="zh-CN" altLang="en-US" sz="1600"/>
              <a:t>模拟过程仍保持不变化【或许也可以有进一步改进，暂且先放置一下】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0905" y="251460"/>
            <a:ext cx="4876800" cy="2019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905" y="2670175"/>
            <a:ext cx="5124450" cy="16954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745490" y="2037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参考数据形式：</a:t>
            </a:r>
            <a:endParaRPr lang="zh-CN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160" y="1333500"/>
            <a:ext cx="5962650" cy="441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188" r="2105" b="2387"/>
          <a:stretch>
            <a:fillRect/>
          </a:stretch>
        </p:blipFill>
        <p:spPr>
          <a:xfrm>
            <a:off x="5633720" y="747395"/>
            <a:ext cx="5888990" cy="43884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5490" y="207708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数据结果：</a:t>
            </a:r>
            <a:endParaRPr lang="zh-CN" altLang="en-US"/>
          </a:p>
          <a:p>
            <a:r>
              <a:rPr lang="en-US" altLang="zh-CN">
                <a:sym typeface="+mn-ea"/>
              </a:rPr>
              <a:t>RT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>
                <a:sym typeface="+mn-ea"/>
              </a:rPr>
              <a:t>总体分布在预期中（大部分集中在</a:t>
            </a:r>
            <a:r>
              <a:rPr lang="en-US" altLang="zh-CN">
                <a:sym typeface="+mn-ea"/>
              </a:rPr>
              <a:t>0.6-0.7</a:t>
            </a:r>
            <a:r>
              <a:rPr lang="zh-CN" altLang="en-US">
                <a:sym typeface="+mn-ea"/>
              </a:rPr>
              <a:t>，且呈现偏态分布）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数据结果：</a:t>
            </a:r>
            <a:endParaRPr lang="zh-CN" altLang="en-US"/>
          </a:p>
          <a:p>
            <a:r>
              <a:rPr lang="en-US" altLang="zh-CN"/>
              <a:t>RT</a:t>
            </a:r>
            <a:r>
              <a:rPr lang="zh-CN" altLang="en-US"/>
              <a:t>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总体分布在预期中（大部分集中在</a:t>
            </a:r>
            <a:r>
              <a:rPr lang="en-US" altLang="zh-CN"/>
              <a:t>0.6-0.7</a:t>
            </a:r>
            <a:r>
              <a:rPr lang="zh-CN" altLang="en-US"/>
              <a:t>，且呈现偏态分布）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平均</a:t>
            </a:r>
            <a:r>
              <a:rPr lang="en-US" altLang="zh-CN"/>
              <a:t>RT</a:t>
            </a:r>
            <a:r>
              <a:rPr lang="zh-CN" altLang="en-US"/>
              <a:t>呈现了</a:t>
            </a:r>
            <a:r>
              <a:rPr lang="en-US" altLang="zh-CN"/>
              <a:t>Self&gt;Stranger</a:t>
            </a:r>
            <a:r>
              <a:rPr lang="zh-CN" altLang="en-US"/>
              <a:t>（感觉上只是满足数据生成的条件，而不是对客观的生成）</a:t>
            </a:r>
            <a:endParaRPr lang="zh-CN" altLang="en-US"/>
          </a:p>
          <a:p>
            <a:pPr marL="342900" indent="-342900">
              <a:buAutoNum type="arabicPeriod"/>
            </a:pP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974" r="466" b="1852"/>
          <a:stretch>
            <a:fillRect/>
          </a:stretch>
        </p:blipFill>
        <p:spPr>
          <a:xfrm>
            <a:off x="5518785" y="707390"/>
            <a:ext cx="5914390" cy="43751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数据结果：</a:t>
            </a:r>
            <a:endParaRPr lang="zh-CN" altLang="en-US"/>
          </a:p>
          <a:p>
            <a:r>
              <a:rPr lang="en-US" altLang="zh-CN"/>
              <a:t>RT</a:t>
            </a:r>
            <a:r>
              <a:rPr lang="zh-CN" altLang="en-US"/>
              <a:t>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总体分布在预期中（大部分集中在</a:t>
            </a:r>
            <a:r>
              <a:rPr lang="en-US" altLang="zh-CN"/>
              <a:t>0.6-0.7</a:t>
            </a:r>
            <a:r>
              <a:rPr lang="zh-CN" altLang="en-US"/>
              <a:t>，且呈现偏态分布）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平均</a:t>
            </a:r>
            <a:r>
              <a:rPr lang="en-US" altLang="zh-CN"/>
              <a:t>RT</a:t>
            </a:r>
            <a:r>
              <a:rPr lang="zh-CN" altLang="en-US"/>
              <a:t>呈现了</a:t>
            </a:r>
            <a:r>
              <a:rPr lang="en-US" altLang="zh-CN"/>
              <a:t>Self&gt;Stranger</a:t>
            </a:r>
            <a:r>
              <a:rPr lang="zh-CN" altLang="en-US"/>
              <a:t>（感觉上只是满足数据生成的条件，而不是对客观的生成）</a:t>
            </a:r>
            <a:endParaRPr lang="zh-CN" altLang="en-US"/>
          </a:p>
          <a:p>
            <a:pPr marL="342900" indent="-342900">
              <a:buAutoNum type="arabicPeriod"/>
            </a:pPr>
            <a:endParaRPr lang="zh-CN" altLang="en-US"/>
          </a:p>
          <a:p>
            <a:r>
              <a:rPr lang="en-US" altLang="zh-CN"/>
              <a:t>ACC: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不太合理的是</a:t>
            </a:r>
            <a:r>
              <a:rPr lang="en-US" altLang="zh-CN"/>
              <a:t>ACC</a:t>
            </a:r>
            <a:r>
              <a:rPr lang="zh-CN" altLang="en-US"/>
              <a:t>的结果，大部分的</a:t>
            </a:r>
            <a:r>
              <a:rPr lang="en-US" altLang="zh-CN"/>
              <a:t>Self</a:t>
            </a:r>
            <a:r>
              <a:rPr lang="zh-CN" altLang="en-US"/>
              <a:t>达到了天花板，且</a:t>
            </a:r>
            <a:r>
              <a:rPr lang="en-US" altLang="zh-CN"/>
              <a:t>Stranger</a:t>
            </a:r>
            <a:r>
              <a:rPr lang="zh-CN" altLang="en-US"/>
              <a:t>的</a:t>
            </a:r>
            <a:r>
              <a:rPr lang="en-US" altLang="zh-CN"/>
              <a:t>ACC</a:t>
            </a:r>
            <a:r>
              <a:rPr lang="zh-CN" altLang="en-US"/>
              <a:t>和</a:t>
            </a:r>
            <a:r>
              <a:rPr lang="en-US" altLang="zh-CN"/>
              <a:t>Self</a:t>
            </a:r>
            <a:r>
              <a:rPr lang="zh-CN" altLang="en-US"/>
              <a:t>的无法区分</a:t>
            </a:r>
            <a:endParaRPr lang="zh-CN" altLang="en-US"/>
          </a:p>
          <a:p>
            <a:pPr lvl="1" indent="0">
              <a:buNone/>
            </a:pPr>
            <a:r>
              <a:rPr lang="zh-CN" altLang="en-US"/>
              <a:t>（可能原因是因为我们只按照</a:t>
            </a:r>
            <a:r>
              <a:rPr lang="en-US" altLang="zh-CN"/>
              <a:t>Matching</a:t>
            </a:r>
            <a:r>
              <a:rPr lang="zh-CN" altLang="en-US"/>
              <a:t>条件下生成的数据【</a:t>
            </a:r>
            <a:r>
              <a:rPr lang="en-US" altLang="zh-CN"/>
              <a:t>DDM</a:t>
            </a:r>
            <a:r>
              <a:rPr lang="zh-CN" altLang="en-US"/>
              <a:t>本身的限制】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073" t="1702" b="619"/>
          <a:stretch>
            <a:fillRect/>
          </a:stretch>
        </p:blipFill>
        <p:spPr>
          <a:xfrm>
            <a:off x="5480685" y="981075"/>
            <a:ext cx="5974080" cy="44100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参数分布：</a:t>
            </a:r>
            <a:endParaRPr lang="zh-CN" altLang="en-US"/>
          </a:p>
          <a:p>
            <a:r>
              <a:rPr lang="en-US"/>
              <a:t>P\T\W</a:t>
            </a:r>
            <a:r>
              <a:rPr lang="zh-CN" altLang="en-US"/>
              <a:t>的分别还算合理（但是是否也可以优化呢，有待商榷）</a:t>
            </a:r>
            <a:endParaRPr lang="zh-CN" altLang="en-US"/>
          </a:p>
          <a:p>
            <a:endParaRPr lang="zh-CN" altLang="en-US" sz="1600"/>
          </a:p>
          <a:p>
            <a:r>
              <a:rPr lang="zh-CN" altLang="en-US" sz="1600"/>
              <a:t>原本思路应该是：生成次数足够多，可以基本上覆盖大部分范围</a:t>
            </a:r>
            <a:endParaRPr lang="zh-CN" altLang="en-US" sz="1600"/>
          </a:p>
          <a:p>
            <a:r>
              <a:rPr lang="zh-CN" altLang="en-US" sz="1600"/>
              <a:t>可能的新思路：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遍历所有可能性搭配（似乎量更大了）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指定可能性，遍历更多常规分布（似乎和我们探索</a:t>
            </a:r>
            <a:r>
              <a:rPr lang="en-US" altLang="zh-CN" sz="1600"/>
              <a:t>PTW</a:t>
            </a:r>
            <a:r>
              <a:rPr lang="zh-CN" altLang="en-US" sz="1600"/>
              <a:t>对心理过程影响有些背道而驰）</a:t>
            </a:r>
            <a:endParaRPr lang="zh-CN" altLang="en-US" sz="1600"/>
          </a:p>
          <a:p>
            <a:pPr indent="457200"/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700" y="203835"/>
            <a:ext cx="2781935" cy="16852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00" y="2027555"/>
            <a:ext cx="2705735" cy="16522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905" y="4029710"/>
            <a:ext cx="2734310" cy="16725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参数分布：</a:t>
            </a:r>
            <a:endParaRPr lang="zh-CN" altLang="en-US"/>
          </a:p>
          <a:p>
            <a:pPr indent="457200"/>
            <a:r>
              <a:rPr lang="zh-CN"/>
              <a:t>生成的</a:t>
            </a:r>
            <a:r>
              <a:rPr lang="en-US" altLang="zh-CN"/>
              <a:t>Trial</a:t>
            </a:r>
            <a:r>
              <a:rPr lang="zh-CN" altLang="en-US"/>
              <a:t>数似乎有部分丢失（但是整体都是达到了</a:t>
            </a:r>
            <a:r>
              <a:rPr lang="en-US" altLang="zh-CN"/>
              <a:t>60</a:t>
            </a:r>
            <a:r>
              <a:rPr lang="zh-CN" altLang="en-US"/>
              <a:t>试次，丢失的是其中的某些部分）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610235"/>
            <a:ext cx="2857500" cy="2933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参数分布：</a:t>
            </a:r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1600"/>
              <a:t>RT大致上符合预期</a:t>
            </a:r>
            <a:endParaRPr lang="zh-CN" altLang="en-US" sz="1600"/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altLang="zh-CN" sz="1600"/>
              <a:t>P-W</a:t>
            </a:r>
            <a:r>
              <a:rPr lang="zh-CN" altLang="en-US" sz="1600"/>
              <a:t>、</a:t>
            </a:r>
            <a:r>
              <a:rPr lang="en-US" altLang="zh-CN" sz="1600"/>
              <a:t>T-W</a:t>
            </a:r>
            <a:r>
              <a:rPr lang="zh-CN" altLang="en-US" sz="1600"/>
              <a:t>对</a:t>
            </a:r>
            <a:r>
              <a:rPr lang="en-US" altLang="zh-CN" sz="1600"/>
              <a:t>RT</a:t>
            </a:r>
            <a:r>
              <a:rPr lang="zh-CN" altLang="en-US" sz="1600"/>
              <a:t>的影响有一定的</a:t>
            </a:r>
            <a:r>
              <a:rPr lang="en-US" altLang="zh-CN" sz="1600"/>
              <a:t>Pattern</a:t>
            </a:r>
            <a:endParaRPr lang="en-US" altLang="zh-CN" sz="1600"/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altLang="zh-CN" sz="1600"/>
              <a:t>T-P</a:t>
            </a:r>
            <a:r>
              <a:rPr lang="zh-CN" altLang="en-US" sz="1600"/>
              <a:t>对</a:t>
            </a:r>
            <a:r>
              <a:rPr lang="en-US" altLang="zh-CN" sz="1600"/>
              <a:t>RT</a:t>
            </a:r>
            <a:r>
              <a:rPr lang="zh-CN" altLang="en-US" sz="1600"/>
              <a:t>的影响没有显著的</a:t>
            </a:r>
            <a:r>
              <a:rPr lang="en-US" altLang="zh-CN" sz="1600"/>
              <a:t>Pattern</a:t>
            </a:r>
            <a:r>
              <a:rPr lang="zh-CN" altLang="en-US" sz="1600"/>
              <a:t>【</a:t>
            </a:r>
            <a:r>
              <a:rPr lang="en-US" altLang="zh-CN" sz="1600"/>
              <a:t>Practice</a:t>
            </a:r>
            <a:r>
              <a:rPr lang="zh-CN" altLang="en-US" sz="1600"/>
              <a:t>纳入考虑，应该新增加</a:t>
            </a:r>
            <a:r>
              <a:rPr lang="zh-CN" altLang="en-US" sz="1600" u="sng">
                <a:highlight>
                  <a:srgbClr val="FFFF00"/>
                </a:highlight>
              </a:rPr>
              <a:t>难度不一样</a:t>
            </a:r>
            <a:r>
              <a:rPr lang="zh-CN" altLang="en-US" sz="1600"/>
              <a:t>的实验条件，可能会不同】</a:t>
            </a:r>
            <a:endParaRPr lang="zh-CN" altLang="en-US" sz="1600"/>
          </a:p>
          <a:p>
            <a:pPr algn="l">
              <a:buClrTx/>
              <a:buSzTx/>
              <a:buFontTx/>
            </a:pPr>
            <a:endParaRPr lang="zh-CN" altLang="en-US" sz="1600"/>
          </a:p>
          <a:p>
            <a:pPr algn="l">
              <a:buClrTx/>
              <a:buSzTx/>
              <a:buFontTx/>
            </a:pPr>
            <a:endParaRPr lang="zh-CN" altLang="en-US" sz="1600"/>
          </a:p>
          <a:p>
            <a:r>
              <a:rPr lang="en-US" sz="1600"/>
              <a:t>ACC</a:t>
            </a:r>
            <a:r>
              <a:rPr lang="zh-CN" altLang="en-US" sz="1600"/>
              <a:t>分布不正常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除了</a:t>
            </a:r>
            <a:r>
              <a:rPr lang="en-US" altLang="zh-CN" sz="1600"/>
              <a:t>T-P</a:t>
            </a:r>
            <a:r>
              <a:rPr lang="zh-CN" altLang="en-US" sz="1600"/>
              <a:t>在及其早的阶段有一定的</a:t>
            </a:r>
            <a:r>
              <a:rPr lang="en-US" altLang="zh-CN" sz="1600"/>
              <a:t>ACC</a:t>
            </a:r>
            <a:r>
              <a:rPr lang="zh-CN" altLang="en-US" sz="1600"/>
              <a:t>低于</a:t>
            </a:r>
            <a:r>
              <a:rPr lang="en-US" altLang="zh-CN" sz="1600"/>
              <a:t>0.75</a:t>
            </a:r>
            <a:r>
              <a:rPr lang="zh-CN" altLang="en-US" sz="1600"/>
              <a:t>【改进</a:t>
            </a:r>
            <a:r>
              <a:rPr lang="en-US" altLang="zh-CN" sz="1600"/>
              <a:t>ACC</a:t>
            </a:r>
            <a:r>
              <a:rPr lang="zh-CN" altLang="en-US" sz="1600"/>
              <a:t>的部分也可以纳入考虑】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370" y="840740"/>
            <a:ext cx="3670300" cy="2324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205" y="3938905"/>
            <a:ext cx="3498850" cy="21907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490" y="46355"/>
            <a:ext cx="2305685" cy="14230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490" y="1612900"/>
            <a:ext cx="2284095" cy="13506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490" y="3107055"/>
            <a:ext cx="2215515" cy="13671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405" y="4984750"/>
            <a:ext cx="2260600" cy="13798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参数分布：</a:t>
            </a:r>
            <a:endParaRPr lang="zh-CN" altLang="en-US"/>
          </a:p>
          <a:p>
            <a:pPr indent="457200"/>
            <a:r>
              <a:rPr lang="en-US"/>
              <a:t>a_self~(P,T,W)</a:t>
            </a:r>
            <a:r>
              <a:rPr lang="zh-CN" altLang="en-US"/>
              <a:t>的分布大多数为蓝色（即大于</a:t>
            </a:r>
            <a:r>
              <a:rPr lang="en-US" altLang="zh-CN"/>
              <a:t>3</a:t>
            </a:r>
            <a:r>
              <a:rPr lang="zh-CN" altLang="en-US"/>
              <a:t>），说明总体上不管参数变化，关于自我相关的刺激的</a:t>
            </a:r>
            <a:r>
              <a:rPr lang="en-US" altLang="zh-CN"/>
              <a:t>a</a:t>
            </a:r>
            <a:r>
              <a:rPr lang="zh-CN" altLang="en-US"/>
              <a:t>的阈值【即行为反应更多需要权衡，而不是激进地做决定】</a:t>
            </a:r>
            <a:endParaRPr lang="zh-CN" altLang="en-US"/>
          </a:p>
          <a:p>
            <a:pPr indent="457200"/>
            <a:r>
              <a:rPr lang="en-US" altLang="zh-CN" sz="1600"/>
              <a:t>a_strange~(P,T,W)</a:t>
            </a:r>
            <a:r>
              <a:rPr lang="zh-CN" altLang="en-US" sz="1600"/>
              <a:t>的分布大多数为红色（即小于</a:t>
            </a:r>
            <a:r>
              <a:rPr lang="en-US" altLang="zh-CN" sz="1600"/>
              <a:t>3</a:t>
            </a:r>
            <a:r>
              <a:rPr lang="zh-CN" altLang="en-US" sz="1600"/>
              <a:t>）</a:t>
            </a:r>
            <a:endParaRPr lang="zh-CN" altLang="en-US" sz="1600"/>
          </a:p>
          <a:p>
            <a:pPr indent="457200"/>
            <a:r>
              <a:rPr lang="zh-CN" altLang="en-US" sz="1600"/>
              <a:t>说明对于</a:t>
            </a:r>
            <a:r>
              <a:rPr lang="en-US" altLang="zh-CN" sz="1600"/>
              <a:t>a</a:t>
            </a:r>
            <a:r>
              <a:rPr lang="zh-CN" altLang="en-US" sz="1600"/>
              <a:t>的操作区分开了</a:t>
            </a:r>
            <a:r>
              <a:rPr lang="en-US" altLang="zh-CN" sz="1600"/>
              <a:t>Self</a:t>
            </a:r>
            <a:r>
              <a:rPr lang="zh-CN" altLang="en-US" sz="1600"/>
              <a:t>和</a:t>
            </a:r>
            <a:r>
              <a:rPr lang="en-US" altLang="zh-CN" sz="1600"/>
              <a:t>Stranger</a:t>
            </a:r>
            <a:r>
              <a:rPr lang="zh-CN" altLang="en-US" sz="1600"/>
              <a:t>（但是</a:t>
            </a:r>
            <a:r>
              <a:rPr lang="en-US" altLang="zh-CN" sz="1600"/>
              <a:t>PTW</a:t>
            </a:r>
            <a:r>
              <a:rPr lang="zh-CN" altLang="en-US" sz="1600"/>
              <a:t>模式不明显）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205" y="267335"/>
            <a:ext cx="3536950" cy="2324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205" y="2968625"/>
            <a:ext cx="3460750" cy="2393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910" y="267335"/>
            <a:ext cx="3514090" cy="22739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650" y="2968625"/>
            <a:ext cx="3452495" cy="23450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1983</Words>
  <Application>WPS 演示</Application>
  <PresentationFormat>宽屏</PresentationFormat>
  <Paragraphs>120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蔡振辛</cp:lastModifiedBy>
  <cp:revision>214</cp:revision>
  <dcterms:created xsi:type="dcterms:W3CDTF">2019-06-19T02:08:00Z</dcterms:created>
  <dcterms:modified xsi:type="dcterms:W3CDTF">2025-12-06T05:12:37Z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DD7C6D532B9D40A0B84905A16DB2E2AF_13</vt:lpwstr>
  </property>
</Properties>
</file>