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25780" y="429260"/>
            <a:ext cx="111150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研究具体方法【思路篇】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一、生成模型的检验【</a:t>
            </a:r>
            <a:r>
              <a:rPr lang="en-US" altLang="zh-CN"/>
              <a:t>model checking</a:t>
            </a:r>
            <a:r>
              <a:rPr lang="zh-CN" altLang="en-US"/>
              <a:t>】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模型的有效性分析（模型是否能按照预期生成数据）【检查模型生成是否按照我们预想进行】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模型与真实数据的差异分析（模型是否能很好的捕捉真实被试的实际反应情况）【模型的解释力与捕捉能力】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二、行为实验分析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验证不同实验设计空间能对</a:t>
            </a:r>
            <a:r>
              <a:rPr lang="en-US" altLang="zh-CN"/>
              <a:t>SPE</a:t>
            </a:r>
            <a:r>
              <a:rPr lang="zh-CN" altLang="en-US"/>
              <a:t>产生影响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探索交互作用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使用</a:t>
            </a:r>
            <a:r>
              <a:rPr lang="en-US" altLang="zh-CN"/>
              <a:t>GP</a:t>
            </a:r>
            <a:r>
              <a:rPr lang="zh-CN" altLang="en-US"/>
              <a:t>研究其边界（</a:t>
            </a:r>
            <a:r>
              <a:rPr lang="en-US" altLang="zh-CN"/>
              <a:t>SPE</a:t>
            </a:r>
            <a:r>
              <a:rPr lang="zh-CN" altLang="en-US"/>
              <a:t>产生、消失的实验设计空间参数组）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WPS 演示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 C</dc:creator>
  <cp:lastModifiedBy>蔡振辛</cp:lastModifiedBy>
  <cp:revision>7</cp:revision>
  <dcterms:created xsi:type="dcterms:W3CDTF">2023-08-09T12:44:00Z</dcterms:created>
  <dcterms:modified xsi:type="dcterms:W3CDTF">2026-01-22T03:45:46Z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E99CFA226E034348B48A93EF9BDC4CD5_12</vt:lpwstr>
  </property>
</Properties>
</file>